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0e292b24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0e292b24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0e292b243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0e292b24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0e292b24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b0e292b24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0e292b24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0e292b24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0e292b24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0e292b24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0e292b24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0e292b24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0e292b243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0e292b243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0e292b243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0e292b24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0e292b243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0e292b24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0e292b243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0e292b24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0e292b243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0e292b243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Polygon Ninja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Overview &amp; Design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Genre:</a:t>
            </a:r>
            <a:r>
              <a:rPr lang="en" sz="1100">
                <a:solidFill>
                  <a:schemeClr val="dk1"/>
                </a:solidFill>
              </a:rPr>
              <a:t> Physics-based Slicing Game (Fruit Ninja clone).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Objective:</a:t>
            </a:r>
            <a:r>
              <a:rPr lang="en" sz="1100">
                <a:solidFill>
                  <a:schemeClr val="dk1"/>
                </a:solidFill>
              </a:rPr>
              <a:t> Slice falling polygon objects.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Core Loop: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Spawn:</a:t>
            </a:r>
            <a:r>
              <a:rPr lang="en" sz="1100">
                <a:solidFill>
                  <a:schemeClr val="dk1"/>
                </a:solidFill>
              </a:rPr>
              <a:t> Polygons spawn and fall under gravity.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Input:</a:t>
            </a:r>
            <a:r>
              <a:rPr lang="en" sz="1100">
                <a:solidFill>
                  <a:schemeClr val="dk1"/>
                </a:solidFill>
              </a:rPr>
              <a:t> User drags mouse to create a "blade" trajectory.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Process:</a:t>
            </a:r>
            <a:r>
              <a:rPr lang="en" sz="1100">
                <a:solidFill>
                  <a:schemeClr val="dk1"/>
                </a:solidFill>
              </a:rPr>
              <a:t> Engine detects intersections between the blade path and polygons.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Resolve:</a:t>
            </a:r>
            <a:r>
              <a:rPr lang="en" sz="1100">
                <a:solidFill>
                  <a:schemeClr val="dk1"/>
                </a:solidFill>
              </a:rPr>
              <a:t> Polygons are split into smaller dynamic bodies; particles are emitted.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4300"/>
            <a:ext cx="9144000" cy="491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 Design (The Hourglass)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Description:</a:t>
            </a:r>
            <a:r>
              <a:rPr lang="en" sz="1100">
                <a:solidFill>
                  <a:schemeClr val="dk1"/>
                </a:solidFill>
              </a:rPr>
              <a:t> Instead of a simple open box, the level features a "funnel" or "hourglass" design to channel objects.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Implementation: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Defined in CreateHourglassLevel() in LinearAlgebra.cpp.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Constructed using static KBox shapes rotated at ±45 degrees.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Design Intent:</a:t>
            </a:r>
            <a:r>
              <a:rPr lang="en" sz="1100">
                <a:solidFill>
                  <a:schemeClr val="dk1"/>
                </a:solidFill>
              </a:rPr>
              <a:t> This forces dynamic objects to cluster in the center, increasing collision frequency and making slicing multiple objects easier.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Slicing Logic (Math &amp; Mechanics)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Concept:</a:t>
            </a:r>
            <a:r>
              <a:rPr lang="en" sz="1100">
                <a:solidFill>
                  <a:schemeClr val="dk1"/>
                </a:solidFill>
              </a:rPr>
              <a:t> Slicing is not a single raycast but a history of points.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Algorithm (The "Out-In-Out" Rule):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Input Tracking:</a:t>
            </a:r>
            <a:r>
              <a:rPr lang="en" sz="1100">
                <a:solidFill>
                  <a:schemeClr val="dk1"/>
                </a:solidFill>
              </a:rPr>
              <a:t> The mouse position is stored in g_swordPoints every frame to create a trail.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Intersection Check:</a:t>
            </a:r>
            <a:r>
              <a:rPr lang="en" sz="1100">
                <a:solidFill>
                  <a:schemeClr val="dk1"/>
                </a:solidFill>
              </a:rPr>
              <a:t> The engine iterates backward through the sword history.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Entry/Exit Detection:</a:t>
            </a:r>
            <a:r>
              <a:rPr lang="en" sz="1100">
                <a:solidFill>
                  <a:schemeClr val="dk1"/>
                </a:solidFill>
              </a:rPr>
              <a:t> It looks for a pair of points where one is </a:t>
            </a:r>
            <a:r>
              <a:rPr b="1" lang="en" sz="1100">
                <a:solidFill>
                  <a:schemeClr val="dk1"/>
                </a:solidFill>
              </a:rPr>
              <a:t>outside</a:t>
            </a:r>
            <a:r>
              <a:rPr lang="en" sz="1100">
                <a:solidFill>
                  <a:schemeClr val="dk1"/>
                </a:solidFill>
              </a:rPr>
              <a:t> the polygon and the immediate next one is </a:t>
            </a:r>
            <a:r>
              <a:rPr b="1" lang="en" sz="1100">
                <a:solidFill>
                  <a:schemeClr val="dk1"/>
                </a:solidFill>
              </a:rPr>
              <a:t>inside</a:t>
            </a:r>
            <a:r>
              <a:rPr lang="en" sz="1100">
                <a:solidFill>
                  <a:schemeClr val="dk1"/>
                </a:solidFill>
              </a:rPr>
              <a:t> (Entry), and later one is </a:t>
            </a:r>
            <a:r>
              <a:rPr b="1" lang="en" sz="1100">
                <a:solidFill>
                  <a:schemeClr val="dk1"/>
                </a:solidFill>
              </a:rPr>
              <a:t>outside</a:t>
            </a:r>
            <a:r>
              <a:rPr lang="en" sz="1100">
                <a:solidFill>
                  <a:schemeClr val="dk1"/>
                </a:solidFill>
              </a:rPr>
              <a:t> again (Exit).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Clipping:</a:t>
            </a:r>
            <a:r>
              <a:rPr lang="en" sz="1100">
                <a:solidFill>
                  <a:schemeClr val="dk1"/>
                </a:solidFill>
              </a:rPr>
              <a:t> Uses the </a:t>
            </a:r>
            <a:r>
              <a:rPr b="1" lang="en" sz="1100">
                <a:solidFill>
                  <a:schemeClr val="dk1"/>
                </a:solidFill>
              </a:rPr>
              <a:t>Sutherland-Hodgman algorithm</a:t>
            </a:r>
            <a:r>
              <a:rPr lang="en" sz="1100">
                <a:solidFill>
                  <a:schemeClr val="dk1"/>
                </a:solidFill>
              </a:rPr>
              <a:t> (via ClipShape) to geometrically cut the polygon vertex list into two new lists.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Math Used: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Point-in-Polygon test (KVectorUtil::IsPointInPolygon).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Line Segment Intersection (LineSegementsIntersect).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Convex Hull generation (to ensure new shapes are valid physics bodies).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 title="Untitl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000" y="822625"/>
            <a:ext cx="7829550" cy="330517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8"/>
          <p:cNvSpPr txBox="1"/>
          <p:nvPr/>
        </p:nvSpPr>
        <p:spPr>
          <a:xfrm>
            <a:off x="683000" y="3023625"/>
            <a:ext cx="14997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Mouse Path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5" name="Google Shape;85;p18"/>
          <p:cNvSpPr txBox="1"/>
          <p:nvPr/>
        </p:nvSpPr>
        <p:spPr>
          <a:xfrm>
            <a:off x="2031750" y="2404675"/>
            <a:ext cx="874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Contact point</a:t>
            </a:r>
            <a:endParaRPr sz="800">
              <a:solidFill>
                <a:srgbClr val="FF0000"/>
              </a:solidFill>
            </a:endParaRPr>
          </a:p>
        </p:txBody>
      </p:sp>
      <p:cxnSp>
        <p:nvCxnSpPr>
          <p:cNvPr id="86" name="Google Shape;86;p18"/>
          <p:cNvCxnSpPr/>
          <p:nvPr/>
        </p:nvCxnSpPr>
        <p:spPr>
          <a:xfrm>
            <a:off x="2748200" y="2597250"/>
            <a:ext cx="234300" cy="177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" name="Google Shape;87;p18"/>
          <p:cNvSpPr txBox="1"/>
          <p:nvPr/>
        </p:nvSpPr>
        <p:spPr>
          <a:xfrm>
            <a:off x="4307750" y="2931825"/>
            <a:ext cx="874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Contact point</a:t>
            </a:r>
            <a:endParaRPr sz="800">
              <a:solidFill>
                <a:srgbClr val="FF0000"/>
              </a:solidFill>
            </a:endParaRPr>
          </a:p>
        </p:txBody>
      </p:sp>
      <p:cxnSp>
        <p:nvCxnSpPr>
          <p:cNvPr id="88" name="Google Shape;88;p18"/>
          <p:cNvCxnSpPr/>
          <p:nvPr/>
        </p:nvCxnSpPr>
        <p:spPr>
          <a:xfrm rot="10800000">
            <a:off x="4158550" y="2841825"/>
            <a:ext cx="348900" cy="145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Collision Optimization (Spatial Hashing)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Problem:</a:t>
            </a:r>
            <a:r>
              <a:rPr lang="en" sz="1100">
                <a:solidFill>
                  <a:schemeClr val="dk1"/>
                </a:solidFill>
              </a:rPr>
              <a:t> Naive collision detection checks every object against every other object (O(N2)). With many sliced fragments, performance drops.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Solution:</a:t>
            </a:r>
            <a:r>
              <a:rPr lang="en" sz="1100">
                <a:solidFill>
                  <a:schemeClr val="dk1"/>
                </a:solidFill>
              </a:rPr>
              <a:t> Spatial Hashing (Broad Phase).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Implementation: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Grid System:</a:t>
            </a:r>
            <a:r>
              <a:rPr lang="en" sz="1100">
                <a:solidFill>
                  <a:schemeClr val="dk1"/>
                </a:solidFill>
              </a:rPr>
              <a:t> The world is divided into cells of size m_cellSize.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Hashing:</a:t>
            </a:r>
            <a:r>
              <a:rPr lang="en" sz="1100">
                <a:solidFill>
                  <a:schemeClr val="dk1"/>
                </a:solidFill>
              </a:rPr>
              <a:t> A hash function maps 2D grid coordinates (x,y) to a 1D bucket index.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Insertion:</a:t>
            </a:r>
            <a:r>
              <a:rPr lang="en" sz="1100">
                <a:solidFill>
                  <a:schemeClr val="dk1"/>
                </a:solidFill>
              </a:rPr>
              <a:t> Each frame, bodies are inserted into the buckets corresponding to their AABB (Axis-Aligned Bounding Box).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Retrieval:</a:t>
            </a:r>
            <a:r>
              <a:rPr lang="en" sz="1100">
                <a:solidFill>
                  <a:schemeClr val="dk1"/>
                </a:solidFill>
              </a:rPr>
              <a:t> Collisions are only checked between bodies in the same bucket.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Impact:</a:t>
            </a:r>
            <a:r>
              <a:rPr lang="en" sz="1100">
                <a:solidFill>
                  <a:schemeClr val="dk1"/>
                </a:solidFill>
              </a:rPr>
              <a:t> Reduces complexity closer to O(N) for sparse environments.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Key File:</a:t>
            </a:r>
            <a:r>
              <a:rPr lang="en" sz="1100">
                <a:solidFill>
                  <a:schemeClr val="dk1"/>
                </a:solidFill>
              </a:rPr>
              <a:t> KSpatialHash.h.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0450" y="654425"/>
            <a:ext cx="6456875" cy="377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Rendering Optimization (GDI+)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Problem:</a:t>
            </a:r>
            <a:r>
              <a:rPr lang="en" sz="1100">
                <a:solidFill>
                  <a:schemeClr val="dk1"/>
                </a:solidFill>
              </a:rPr>
              <a:t> Standard Windows GDI drawing is slow if GDI objects (Pens/Brushes) are created and destroyed every draw call.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Optimization 1: Pen Caching: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Implemented in KVectorUtil::DrawLine.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Static variables store the last used Pen. A new Pen is created </a:t>
            </a:r>
            <a:r>
              <a:rPr i="1" lang="en" sz="1100">
                <a:solidFill>
                  <a:schemeClr val="dk1"/>
                </a:solidFill>
              </a:rPr>
              <a:t>only</a:t>
            </a:r>
            <a:r>
              <a:rPr lang="en" sz="1100">
                <a:solidFill>
                  <a:schemeClr val="dk1"/>
                </a:solidFill>
              </a:rPr>
              <a:t> if the color, width, or style changes.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Optimization 2: Particle Batching: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Implemented in KParticleSystem::Draw.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Instead of drawing lines (which involves matrix math for every segment), particles are drawn as simple GDI Rectangle calls.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Uses DC_BRUSH to change colors quickly without object reallocation.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 Effects (Particle Systems)</a:t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Blade Trail: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Logic:</a:t>
            </a:r>
            <a:r>
              <a:rPr lang="en" sz="1100">
                <a:solidFill>
                  <a:schemeClr val="dk1"/>
                </a:solidFill>
              </a:rPr>
              <a:t> A KParticleSystem is attached to the mouse input.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Behavior:</a:t>
            </a:r>
            <a:r>
              <a:rPr lang="en" sz="1100">
                <a:solidFill>
                  <a:schemeClr val="dk1"/>
                </a:solidFill>
              </a:rPr>
              <a:t> Spawns red particles with zero velocity and short lifetime (0.5s) to visualize the cutting path.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Explosions/Sparks: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Trigger:</a:t>
            </a:r>
            <a:r>
              <a:rPr lang="en" sz="1100">
                <a:solidFill>
                  <a:schemeClr val="dk1"/>
                </a:solidFill>
              </a:rPr>
              <a:t> Occurs exactly at the pEntry and pExit points calculated during the slicing phase.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Math:</a:t>
            </a:r>
            <a:r>
              <a:rPr lang="en" sz="1100">
                <a:solidFill>
                  <a:schemeClr val="dk1"/>
                </a:solidFill>
              </a:rPr>
              <a:t> Particles use random velocity vectors derived from a rotation matrix (GetRandomDir) to simulate an outward burst.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Code Reference:</a:t>
            </a:r>
            <a:r>
              <a:rPr lang="en" sz="1100">
                <a:solidFill>
                  <a:schemeClr val="dk1"/>
                </a:solidFill>
              </a:rPr>
              <a:t> ProcessSlicing() calls AddParticleSystem(pEntry).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Summary:</a:t>
            </a:r>
            <a:r>
              <a:rPr lang="en" sz="1100">
                <a:solidFill>
                  <a:schemeClr val="dk1"/>
                </a:solidFill>
              </a:rPr>
              <a:t> The project successfully upgrades a basic physics engine into a game with interactive mechanics.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Key Takeaway:</a:t>
            </a:r>
            <a:r>
              <a:rPr lang="en" sz="1100">
                <a:solidFill>
                  <a:schemeClr val="dk1"/>
                </a:solidFill>
              </a:rPr>
              <a:t> Optimization (Spatial Hash, Render Caching) was critical to support the increasing number of physics bodies generated by the slicing mechanic.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